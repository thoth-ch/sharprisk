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4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40BB4-7E68-425B-8D97-7A713A625DE4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632C1-9B18-428E-B8B2-C67EC188F3C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44583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21B9C8-DB26-4CD2-A25B-F43FAB8A782C}" type="slidenum">
              <a:rPr kumimoji="0" lang="fr-CH" sz="17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CH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90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467D-1220-413D-B0D1-6AB285D9D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21338-F4AE-4DEF-9377-D8D95ECE3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27B4F-105C-46E2-8DA8-A662F9995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F803B-A441-4D92-BA5C-6B9A5E1C1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CB9BB-A454-487C-A14D-B14DED02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2027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514E-F793-4C2E-B330-DCF066A8A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508F7-2D80-44AE-8AFB-96CA61FEC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91A9-9CC5-4BDC-A8F1-7CBAF1065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6E4A1-9C75-47FD-B522-32F6D0147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D9C64-2E32-4BBC-B2DA-CFFC80171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49986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A148-48FE-445A-BD27-CCAA10D2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24157-F58B-46B7-8B0F-0DCC95FA8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26C82-C5E0-4196-A9A1-77F3D403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62739-0581-4E60-BCA9-7253A1C3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B429A-2F07-4DFD-91DA-5C166EBA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30572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FC63F-B439-423A-8487-56E9B6F7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EF59C-2AEA-4B6B-8DB5-CBACFC9ED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5CBDF-0032-4283-B762-7DD7B007D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666C3-51B3-41B7-BA08-670C6CAD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8E82A-4ECD-405C-811F-889FFD1D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6DBD1-830E-4707-9255-60F5B8A20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6693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09B6-91D9-4C3C-8EA5-E7000F8A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8748F-A104-4CA0-85A3-3A2CF1317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8B412-44DE-45A0-8062-5ADF17108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297EF-9FDA-4152-925E-C13B4E625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3F0535-BE1A-42A8-9904-65EEEE0D9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7E5A3-CC6C-4730-9DF4-E0860B088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78B58-1C95-4FC4-A0EE-739102E71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F612CF-5757-4139-A8D9-86A0C8A1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8436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6DB3-EECB-40DB-A111-71074E401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FDF35-DC61-4279-9FF6-A432C36E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611D6-54F3-4634-9F64-67E7FE02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5EA4C-8016-41DD-B14C-1F0C46B0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6957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B78BC-3F4F-49F1-A30C-310A53C0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AC7FB-36E3-45E6-BC31-BEB59DA0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E2422-E3DF-46DA-90A8-DC81984D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1984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8D8-E9C5-4C5B-973C-92709A761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2390B-71D6-4E87-AA9B-7B48DFC04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DE7A5-F758-4534-A32C-CE866F9C9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4C72F-C771-40E6-864B-F4A026FA0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413BB-6C3D-4A2B-95C9-A114DB23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0BA19-417C-4229-A2BD-6993A972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86256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0D38-858F-44E2-B985-E1CC2C3BC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BC085-DD48-4644-8D8A-F46FFBA18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71237-045B-4048-8FBE-2C311127B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889AA-9DE4-48C3-8908-D4E4967F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C49A3-F1E4-46FF-9A8B-CAD5135A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B42CA-4D6E-4E85-85A3-2CC6A585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3185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2A6D-A081-4872-8587-1826D2E9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FF2D9-06AA-4555-ABFE-D58A9B142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FA7E1-DEDB-4496-BD47-3016D524B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96283-07A3-4ED1-936B-91BC86911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E6072-6B5F-46DC-984C-D32F49BE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60189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343891-7CDE-48F1-BA29-FF10BD78C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9FE55A-48F0-4B94-9D1A-6633854D7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416A6-7ED6-4DC3-87BC-A286F206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9E21A-2B4B-472F-A66D-A81A39B0E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1F3AA-0027-4BDB-BF15-1EBC1786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5436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12A15-6479-448F-891E-37021111D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5C0F0-C45C-4C80-9387-3963C9896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ABC35-FA93-4026-97C0-647CBD160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CD38B-950E-4D68-93DE-14EA4C91124B}" type="datetimeFigureOut">
              <a:rPr lang="fr-CH" smtClean="0"/>
              <a:t>05.09.2020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74B9A-4D23-439A-9224-2213DE9AA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0408A-2788-45D2-A4E1-19293986B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8D474-0D9E-4B29-AC87-961C5AA0FB33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31551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9D3A8D-5DFA-416C-8958-13C59F751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068463"/>
              </p:ext>
            </p:extLst>
          </p:nvPr>
        </p:nvGraphicFramePr>
        <p:xfrm>
          <a:off x="923826" y="245096"/>
          <a:ext cx="10972800" cy="5788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958461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09377095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109600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81559953"/>
                    </a:ext>
                  </a:extLst>
                </a:gridCol>
              </a:tblGrid>
              <a:tr h="1447015">
                <a:tc>
                  <a:txBody>
                    <a:bodyPr/>
                    <a:lstStyle/>
                    <a:p>
                      <a:pPr algn="l"/>
                      <a:endParaRPr lang="fr-CH" sz="1200" b="1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H" sz="1200" b="1" i="0" u="none" strike="noStrike" noProof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582087"/>
                  </a:ext>
                </a:extLst>
              </a:tr>
              <a:tr h="1447015">
                <a:tc>
                  <a:txBody>
                    <a:bodyPr/>
                    <a:lstStyle/>
                    <a:p>
                      <a:pPr algn="l"/>
                      <a:endParaRPr lang="fr-CH" sz="120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1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913298"/>
                  </a:ext>
                </a:extLst>
              </a:tr>
              <a:tr h="1447015"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1" i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320244"/>
                  </a:ext>
                </a:extLst>
              </a:tr>
              <a:tr h="1447015"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CH" sz="1200" b="1" i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401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508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Ramalho,João,Orbe,NSTC – Nescafé Dolce Gusto</dc:creator>
  <cp:lastModifiedBy>Ramalho,João,Orbe,NSTC – Nescafé Dolce Gusto</cp:lastModifiedBy>
  <cp:revision>12</cp:revision>
  <dcterms:created xsi:type="dcterms:W3CDTF">2020-09-05T13:29:40Z</dcterms:created>
  <dcterms:modified xsi:type="dcterms:W3CDTF">2020-09-05T14:04:24Z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da0a2f-b917-4d51-b0d0-d418a10c8b23_Enabled">
    <vt:lpwstr>True</vt:lpwstr>
  </property>
  <property fmtid="{D5CDD505-2E9C-101B-9397-08002B2CF9AE}" pid="3" name="MSIP_Label_1ada0a2f-b917-4d51-b0d0-d418a10c8b23_SiteId">
    <vt:lpwstr>12a3af23-a769-4654-847f-958f3d479f4a</vt:lpwstr>
  </property>
  <property fmtid="{D5CDD505-2E9C-101B-9397-08002B2CF9AE}" pid="4" name="MSIP_Label_1ada0a2f-b917-4d51-b0d0-d418a10c8b23_Owner">
    <vt:lpwstr>Joao.Ramalho@rdor.nestle.com</vt:lpwstr>
  </property>
  <property fmtid="{D5CDD505-2E9C-101B-9397-08002B2CF9AE}" pid="5" name="MSIP_Label_1ada0a2f-b917-4d51-b0d0-d418a10c8b23_SetDate">
    <vt:lpwstr>2020-09-05T13:30:48.8114960Z</vt:lpwstr>
  </property>
  <property fmtid="{D5CDD505-2E9C-101B-9397-08002B2CF9AE}" pid="6" name="MSIP_Label_1ada0a2f-b917-4d51-b0d0-d418a10c8b23_Name">
    <vt:lpwstr>General Use</vt:lpwstr>
  </property>
  <property fmtid="{D5CDD505-2E9C-101B-9397-08002B2CF9AE}" pid="7" name="MSIP_Label_1ada0a2f-b917-4d51-b0d0-d418a10c8b23_Application">
    <vt:lpwstr>Microsoft Azure Information Protection</vt:lpwstr>
  </property>
  <property fmtid="{D5CDD505-2E9C-101B-9397-08002B2CF9AE}" pid="8" name="MSIP_Label_1ada0a2f-b917-4d51-b0d0-d418a10c8b23_ActionId">
    <vt:lpwstr>1f75cf73-b68f-449a-af91-2f6d9ca4e2a3</vt:lpwstr>
  </property>
  <property fmtid="{D5CDD505-2E9C-101B-9397-08002B2CF9AE}" pid="9" name="MSIP_Label_1ada0a2f-b917-4d51-b0d0-d418a10c8b23_Extended_MSFT_Method">
    <vt:lpwstr>Automatic</vt:lpwstr>
  </property>
  <property fmtid="{D5CDD505-2E9C-101B-9397-08002B2CF9AE}" pid="10" name="Sensitivity">
    <vt:lpwstr>General Use</vt:lpwstr>
  </property>
</Properties>
</file>